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8" r:id="rId1"/>
  </p:sldMasterIdLst>
  <p:notesMasterIdLst>
    <p:notesMasterId r:id="rId17"/>
  </p:notesMasterIdLst>
  <p:handoutMasterIdLst>
    <p:handoutMasterId r:id="rId18"/>
  </p:handoutMasterIdLst>
  <p:sldIdLst>
    <p:sldId id="258" r:id="rId2"/>
    <p:sldId id="271" r:id="rId3"/>
    <p:sldId id="257" r:id="rId4"/>
    <p:sldId id="269" r:id="rId5"/>
    <p:sldId id="267" r:id="rId6"/>
    <p:sldId id="26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70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F6A347E-93DD-95A8-2EC0-6417A52824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440697-8BAF-54AA-58F5-19490E4201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B43BC0-05FD-4157-BB08-9110D0FA2938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E45A78-B044-25B2-E302-82C1ABC016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ECF188-7392-30E0-9C68-C22E7B44679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C228F6-D831-4109-A535-40EEE2C46F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01774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DF442-6BF1-40B0-B09B-002E294349C1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3FF20E-A4FF-4B1E-8D7C-AAB5FC19D9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94809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F0BBE50A-B0EC-46F8-B923-38EFF594C813}" type="datetime1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813A7760-0D43-4C9A-BE83-E3B46CD274F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20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38711-9D56-4F06-B094-36E813261168}" type="datetime1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9887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2548C-C71D-4999-843A-12A67BDCAA1E}" type="datetime1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1621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93E2-797B-4F72-A468-A8761827DA21}" type="datetime1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545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641BF-6170-43F7-A0C6-BECBB94CE685}" type="datetime1">
              <a:rPr lang="en-IN" smtClean="0"/>
              <a:t>25-03-2026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4017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14402-7FE3-4276-BA70-08F6EA182AC2}" type="datetime1">
              <a:rPr lang="en-IN" smtClean="0"/>
              <a:t>25-03-2026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6267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AC901-A021-402B-950A-2EFA03B50B3E}" type="datetime1">
              <a:rPr lang="en-IN" smtClean="0"/>
              <a:t>25-03-2026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620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4A00F-1A9F-4ED3-B2ED-21DA5893B2E3}" type="datetime1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0730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FB5D1-D2EB-4C28-A60B-3EB444A21C44}" type="datetime1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3390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4199F-BB54-4FE2-B4AF-ACF2E1653A21}" type="datetime1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113734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02F93-CE89-46FE-BCF6-DC2D0DF10321}" type="datetime1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52771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81DA6-10BF-42DB-87AF-9A60519A3E26}" type="datetime1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81312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FED30-F721-4EC4-AE13-FB7D90E2EDEA}" type="datetime1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3741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A8005-E39B-43B8-8F56-8D2E90A141C6}" type="datetime1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081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40F8B-CD39-4304-B6CA-310DC962DA84}" type="datetime1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03771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644DC-EB5C-4C19-BA3F-555A181D21CD}" type="datetime1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34156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2BA1D-1EAA-471C-9F4F-1CAB7274BEA8}" type="datetime1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7666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014199F-BB54-4FE2-B4AF-ACF2E1653A21}" type="datetime1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IN"/>
              <a:t>Name of the Presenter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13A7760-0D43-4C9A-BE83-E3B46CD274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007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  <p:sldLayoutId id="2147483791" r:id="rId13"/>
    <p:sldLayoutId id="2147483792" r:id="rId14"/>
    <p:sldLayoutId id="2147483793" r:id="rId15"/>
    <p:sldLayoutId id="2147483794" r:id="rId16"/>
    <p:sldLayoutId id="2147483795" r:id="rId17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C035069-0398-110B-252C-78C8B9E76D8F}"/>
              </a:ext>
            </a:extLst>
          </p:cNvPr>
          <p:cNvSpPr txBox="1"/>
          <p:nvPr/>
        </p:nvSpPr>
        <p:spPr>
          <a:xfrm>
            <a:off x="2669150" y="1018457"/>
            <a:ext cx="720089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IN" sz="60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C2CC27-5904-0891-C23B-242E9A67DE4E}"/>
              </a:ext>
            </a:extLst>
          </p:cNvPr>
          <p:cNvSpPr txBox="1"/>
          <p:nvPr/>
        </p:nvSpPr>
        <p:spPr>
          <a:xfrm>
            <a:off x="2495550" y="2940597"/>
            <a:ext cx="72009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</a:t>
            </a:r>
          </a:p>
          <a:p>
            <a:pPr lvl="0"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Number</a:t>
            </a:r>
          </a:p>
          <a:p>
            <a:pPr lvl="0"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Information Technology</a:t>
            </a:r>
          </a:p>
          <a:p>
            <a:pPr lvl="0" algn="ctr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Company Name: </a:t>
            </a:r>
          </a:p>
          <a:p>
            <a:pPr lvl="0"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Guide :</a:t>
            </a:r>
          </a:p>
          <a:p>
            <a:pPr lvl="0" algn="ctr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Guide: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7A21E908-BEF2-9409-ED73-73F997884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Name of the Presenter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9D52CDC-0BDB-CE8A-1A56-7F958189F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1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20B2C6-D045-3B8F-B83B-9C4B7EA8F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793" y="609601"/>
            <a:ext cx="1173087" cy="1209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629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01D2D0-2770-866E-D9F5-EDFB4B1F2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3CE416-59EB-D93B-3ED6-72553F368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2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5156CA-BF01-24EF-78A1-8327265729FB}"/>
              </a:ext>
            </a:extLst>
          </p:cNvPr>
          <p:cNvSpPr txBox="1"/>
          <p:nvPr/>
        </p:nvSpPr>
        <p:spPr>
          <a:xfrm>
            <a:off x="4490668" y="1088582"/>
            <a:ext cx="2656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0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F63B7A-ECFC-07C9-70BE-C148B5579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57" y="683953"/>
            <a:ext cx="1173087" cy="12093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78267A-BA90-632D-AA14-6A6F09705838}"/>
              </a:ext>
            </a:extLst>
          </p:cNvPr>
          <p:cNvSpPr txBox="1"/>
          <p:nvPr/>
        </p:nvSpPr>
        <p:spPr>
          <a:xfrm>
            <a:off x="2091814" y="1893321"/>
            <a:ext cx="3256020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 Profile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Modules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Projects(s) Implemented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Progress/ Status of the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93112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7FAB74-9DD9-35BE-1E22-7636C2E526C0}"/>
              </a:ext>
            </a:extLst>
          </p:cNvPr>
          <p:cNvSpPr txBox="1"/>
          <p:nvPr/>
        </p:nvSpPr>
        <p:spPr>
          <a:xfrm>
            <a:off x="-412752" y="80183"/>
            <a:ext cx="11896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                  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1192E9-D7E2-CAD3-3453-18AFEAEEC4BA}"/>
              </a:ext>
            </a:extLst>
          </p:cNvPr>
          <p:cNvSpPr txBox="1"/>
          <p:nvPr/>
        </p:nvSpPr>
        <p:spPr>
          <a:xfrm>
            <a:off x="4189075" y="848895"/>
            <a:ext cx="3320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250C2F-5708-4559-518D-E6119720ABFA}"/>
              </a:ext>
            </a:extLst>
          </p:cNvPr>
          <p:cNvSpPr txBox="1"/>
          <p:nvPr/>
        </p:nvSpPr>
        <p:spPr>
          <a:xfrm>
            <a:off x="997666" y="2908405"/>
            <a:ext cx="87249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 introduction about the Internship </a:t>
            </a:r>
          </a:p>
          <a:p>
            <a:pPr lvl="0"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the internship </a:t>
            </a:r>
          </a:p>
          <a:p>
            <a:pPr lvl="0"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the domain/field</a:t>
            </a:r>
          </a:p>
          <a:p>
            <a:endParaRPr lang="en-IN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5D44759-DB4F-04EA-E6F5-F41E74121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4020" y="6498417"/>
            <a:ext cx="7305900" cy="279400"/>
          </a:xfrm>
        </p:spPr>
        <p:txBody>
          <a:bodyPr/>
          <a:lstStyle/>
          <a:p>
            <a:r>
              <a:rPr lang="en-IN" dirty="0"/>
              <a:t>Name of the Presenter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9545A4E-5408-525F-9CEC-DCBC4A404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2662" y="6498417"/>
            <a:ext cx="542697" cy="279400"/>
          </a:xfrm>
        </p:spPr>
        <p:txBody>
          <a:bodyPr/>
          <a:lstStyle/>
          <a:p>
            <a:fld id="{813A7760-0D43-4C9A-BE83-E3B46CD274F0}" type="slidenum">
              <a:rPr lang="en-IN" smtClean="0"/>
              <a:t>3</a:t>
            </a:fld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2BE6D2-48E5-35FA-1851-35082E5C4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611" y="707097"/>
            <a:ext cx="1133050" cy="1168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202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F24D4-866F-2366-AFDA-3E636D1EC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C1757EB-BC5D-4EC1-E293-587DC072F726}"/>
              </a:ext>
            </a:extLst>
          </p:cNvPr>
          <p:cNvSpPr txBox="1"/>
          <p:nvPr/>
        </p:nvSpPr>
        <p:spPr>
          <a:xfrm>
            <a:off x="-412752" y="80183"/>
            <a:ext cx="11896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                  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9259F5-A3DD-4373-C58E-1FF63BAA8D8A}"/>
              </a:ext>
            </a:extLst>
          </p:cNvPr>
          <p:cNvSpPr txBox="1"/>
          <p:nvPr/>
        </p:nvSpPr>
        <p:spPr>
          <a:xfrm>
            <a:off x="1027676" y="940073"/>
            <a:ext cx="95100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 profile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3073E6-2289-64C3-9952-DCE47CFD891C}"/>
              </a:ext>
            </a:extLst>
          </p:cNvPr>
          <p:cNvSpPr txBox="1"/>
          <p:nvPr/>
        </p:nvSpPr>
        <p:spPr>
          <a:xfrm>
            <a:off x="1295401" y="2544611"/>
            <a:ext cx="87249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Name</a:t>
            </a:r>
          </a:p>
          <a:p>
            <a:pPr lvl="0"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</a:p>
          <a:p>
            <a:pPr lvl="0"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Domain</a:t>
            </a:r>
          </a:p>
          <a:p>
            <a:pPr lvl="0"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type : Product Based / Service Based</a:t>
            </a:r>
          </a:p>
          <a:p>
            <a:pPr lvl="0"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 Description about the company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role in the organization</a:t>
            </a:r>
          </a:p>
          <a:p>
            <a:endParaRPr lang="en-IN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631CED9-D65F-6E51-B376-FB38128B3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Name of the Presenter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1043386-2317-4499-54EB-D690DC548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4</a:t>
            </a:fld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6118020-3BBB-2EB4-6030-60E31E2A5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126" y="726514"/>
            <a:ext cx="1108587" cy="114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390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17B6D-0A29-7E99-7F04-2EDF14913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CE42224-277B-3CC2-0541-6A8C3BD47B46}"/>
              </a:ext>
            </a:extLst>
          </p:cNvPr>
          <p:cNvSpPr txBox="1"/>
          <p:nvPr/>
        </p:nvSpPr>
        <p:spPr>
          <a:xfrm>
            <a:off x="-412752" y="80183"/>
            <a:ext cx="11896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                  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BAA1A8-9603-177C-BBD7-4E3826358B61}"/>
              </a:ext>
            </a:extLst>
          </p:cNvPr>
          <p:cNvSpPr txBox="1"/>
          <p:nvPr/>
        </p:nvSpPr>
        <p:spPr>
          <a:xfrm>
            <a:off x="419100" y="984785"/>
            <a:ext cx="11353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MODULES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C29F15-C496-472E-7409-B0C09FF83AE1}"/>
              </a:ext>
            </a:extLst>
          </p:cNvPr>
          <p:cNvSpPr txBox="1"/>
          <p:nvPr/>
        </p:nvSpPr>
        <p:spPr>
          <a:xfrm>
            <a:off x="997666" y="2908405"/>
            <a:ext cx="87249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Concepts learnt</a:t>
            </a:r>
          </a:p>
          <a:p>
            <a:pPr lvl="0"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Utilized</a:t>
            </a:r>
          </a:p>
          <a:p>
            <a:pPr lvl="0"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 of Study</a:t>
            </a:r>
          </a:p>
          <a:p>
            <a:endParaRPr lang="en-IN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3847CC1-996A-2486-E9AE-C249D1CDD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D796DB2-E41D-06D6-16A1-902558EC3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5</a:t>
            </a:fld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42B7534-3D18-6300-559A-D0C028414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40" y="613404"/>
            <a:ext cx="1108587" cy="114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551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FC7D7-127F-D62B-8288-5595E158B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BCD18F4-3D10-EC8A-B260-B87FFC8447DF}"/>
              </a:ext>
            </a:extLst>
          </p:cNvPr>
          <p:cNvSpPr txBox="1"/>
          <p:nvPr/>
        </p:nvSpPr>
        <p:spPr>
          <a:xfrm>
            <a:off x="-412752" y="80183"/>
            <a:ext cx="11896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                  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0E93AC-8F86-096B-FD75-66AFEEB9A190}"/>
              </a:ext>
            </a:extLst>
          </p:cNvPr>
          <p:cNvSpPr txBox="1"/>
          <p:nvPr/>
        </p:nvSpPr>
        <p:spPr>
          <a:xfrm>
            <a:off x="171860" y="984785"/>
            <a:ext cx="11353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PROJECT(S) IMPLEMENTED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40C422-0EC8-3075-AC6A-9751C52496BB}"/>
              </a:ext>
            </a:extLst>
          </p:cNvPr>
          <p:cNvSpPr txBox="1"/>
          <p:nvPr/>
        </p:nvSpPr>
        <p:spPr>
          <a:xfrm>
            <a:off x="997666" y="2908405"/>
            <a:ext cx="87249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of the projects</a:t>
            </a:r>
          </a:p>
          <a:p>
            <a:endParaRPr lang="en-IN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BF6C401-10CA-836F-E77E-6928277EC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64B74B1-4BC3-399A-F54A-54435F246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6</a:t>
            </a:fld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3DA667-24C4-5A73-FEAC-E825AE579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40" y="613404"/>
            <a:ext cx="1108587" cy="114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343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E84AFE-2496-3E55-DB13-9F8A872A2828}"/>
              </a:ext>
            </a:extLst>
          </p:cNvPr>
          <p:cNvSpPr txBox="1"/>
          <p:nvPr/>
        </p:nvSpPr>
        <p:spPr>
          <a:xfrm>
            <a:off x="952500" y="984785"/>
            <a:ext cx="1028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Statement(s)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CFA90E-379D-098A-88D4-5FC6612F3818}"/>
              </a:ext>
            </a:extLst>
          </p:cNvPr>
          <p:cNvSpPr txBox="1"/>
          <p:nvPr/>
        </p:nvSpPr>
        <p:spPr>
          <a:xfrm>
            <a:off x="1696015" y="5239039"/>
            <a:ext cx="8201025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problem is being solved? </a:t>
            </a:r>
          </a:p>
          <a:p>
            <a:pPr lvl="0"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it important?</a:t>
            </a:r>
          </a:p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1772091-BE80-5A21-218C-2C64FB816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F9F844-EC7F-AC7B-A532-3BA39FCBC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7</a:t>
            </a:fld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9ABE8A-58E5-92A1-1191-449F6E738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40" y="613404"/>
            <a:ext cx="1108587" cy="114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007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B6D75D5-224E-DE9C-4FC3-0EFDA44DBB0D}"/>
              </a:ext>
            </a:extLst>
          </p:cNvPr>
          <p:cNvSpPr txBox="1"/>
          <p:nvPr/>
        </p:nvSpPr>
        <p:spPr>
          <a:xfrm>
            <a:off x="2878429" y="984785"/>
            <a:ext cx="61055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99C58A-F7A5-F5BA-4228-C75A97280B92}"/>
              </a:ext>
            </a:extLst>
          </p:cNvPr>
          <p:cNvSpPr txBox="1"/>
          <p:nvPr/>
        </p:nvSpPr>
        <p:spPr>
          <a:xfrm>
            <a:off x="2217328" y="4238381"/>
            <a:ext cx="6105524" cy="39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General Objectives and Specific Objectives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37B452A-35BD-ED97-8474-19793D471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9976CF8-0818-3096-4C92-11B783BC1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8</a:t>
            </a:fld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F7AC9C0-2D4D-EF5E-9879-C15D453E1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40" y="613404"/>
            <a:ext cx="1108587" cy="114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293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A1388B-95F4-1C3D-A9F3-E94BC4E87062}"/>
              </a:ext>
            </a:extLst>
          </p:cNvPr>
          <p:cNvSpPr txBox="1"/>
          <p:nvPr/>
        </p:nvSpPr>
        <p:spPr>
          <a:xfrm>
            <a:off x="1455174" y="452943"/>
            <a:ext cx="81365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1D6F90-A912-AA7F-E455-B3D29E00416F}"/>
              </a:ext>
            </a:extLst>
          </p:cNvPr>
          <p:cNvSpPr txBox="1"/>
          <p:nvPr/>
        </p:nvSpPr>
        <p:spPr>
          <a:xfrm>
            <a:off x="666340" y="969888"/>
            <a:ext cx="107954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cap="all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Scope of the Project</a:t>
            </a:r>
            <a:endParaRPr lang="en-IN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199DE7-8687-C19D-0E23-3833615686C5}"/>
              </a:ext>
            </a:extLst>
          </p:cNvPr>
          <p:cNvSpPr txBox="1"/>
          <p:nvPr/>
        </p:nvSpPr>
        <p:spPr>
          <a:xfrm>
            <a:off x="2627671" y="4856739"/>
            <a:ext cx="6100916" cy="831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What the project covers </a:t>
            </a: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Limitations (if any)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48858D6-89C8-DCAA-36F6-C55A00A65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7805D0-7489-5FCF-AE88-FC0EDBA1E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9</a:t>
            </a:fld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136E576-2389-4A8A-5765-36C2F62A1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40" y="613404"/>
            <a:ext cx="1108587" cy="114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98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65BD446-91AD-1A74-ED9B-0B4321920EC5}"/>
              </a:ext>
            </a:extLst>
          </p:cNvPr>
          <p:cNvSpPr txBox="1"/>
          <p:nvPr/>
        </p:nvSpPr>
        <p:spPr>
          <a:xfrm>
            <a:off x="271462" y="830362"/>
            <a:ext cx="116490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cap="all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Technologies Used</a:t>
            </a:r>
            <a:endParaRPr lang="en-IN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E59805-AB4C-25DB-2AD1-5D9245D35A23}"/>
              </a:ext>
            </a:extLst>
          </p:cNvPr>
          <p:cNvSpPr txBox="1"/>
          <p:nvPr/>
        </p:nvSpPr>
        <p:spPr>
          <a:xfrm>
            <a:off x="2057399" y="4136151"/>
            <a:ext cx="6179574" cy="1263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Programming languages </a:t>
            </a: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Tools/software used </a:t>
            </a: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Frameworks (if any)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14E7953-B074-EA6D-BBDE-5FC4E79E4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0F1EB01-8AAF-3E83-CAE8-C9517BB66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10</a:t>
            </a:fld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C963F2-AE21-2862-A4BA-E7A3D5A7C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40" y="613404"/>
            <a:ext cx="1108587" cy="114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220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D79031-6400-3A42-4EC5-34470C826841}"/>
              </a:ext>
            </a:extLst>
          </p:cNvPr>
          <p:cNvSpPr txBox="1"/>
          <p:nvPr/>
        </p:nvSpPr>
        <p:spPr>
          <a:xfrm>
            <a:off x="1406013" y="300713"/>
            <a:ext cx="82492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5A0BE3-4451-AAD2-FD0F-FE943F506530}"/>
              </a:ext>
            </a:extLst>
          </p:cNvPr>
          <p:cNvSpPr txBox="1"/>
          <p:nvPr/>
        </p:nvSpPr>
        <p:spPr>
          <a:xfrm>
            <a:off x="0" y="828440"/>
            <a:ext cx="113728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cap="all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System Architecture</a:t>
            </a:r>
            <a:endParaRPr lang="en-IN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AAF1DC-DB19-E5BF-24A0-0295342EB336}"/>
              </a:ext>
            </a:extLst>
          </p:cNvPr>
          <p:cNvSpPr txBox="1"/>
          <p:nvPr/>
        </p:nvSpPr>
        <p:spPr>
          <a:xfrm>
            <a:off x="2928938" y="5069207"/>
            <a:ext cx="6105524" cy="831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Block diagram / architecture diagram </a:t>
            </a: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Explanation of workflow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66685AA-B866-F99F-5FB5-B52224101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2BC3679-B824-E0E9-CB1A-0C9279B49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11</a:t>
            </a:fld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55ADA6-2959-6B0C-6184-B42B0B1C4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40" y="613404"/>
            <a:ext cx="1108587" cy="114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770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17AF7F2-6DA9-0B2A-6F9A-B3A6B6A6A096}"/>
              </a:ext>
            </a:extLst>
          </p:cNvPr>
          <p:cNvSpPr txBox="1"/>
          <p:nvPr/>
        </p:nvSpPr>
        <p:spPr>
          <a:xfrm>
            <a:off x="1376515" y="332295"/>
            <a:ext cx="81976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B18350-EDE4-93B4-BC2C-6876A8C3406D}"/>
              </a:ext>
            </a:extLst>
          </p:cNvPr>
          <p:cNvSpPr txBox="1"/>
          <p:nvPr/>
        </p:nvSpPr>
        <p:spPr>
          <a:xfrm>
            <a:off x="2117776" y="844935"/>
            <a:ext cx="7662862" cy="39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b="1" cap="all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Methodology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969CAD-3A9E-CB80-A3DC-1E0947DF0D41}"/>
              </a:ext>
            </a:extLst>
          </p:cNvPr>
          <p:cNvSpPr txBox="1"/>
          <p:nvPr/>
        </p:nvSpPr>
        <p:spPr>
          <a:xfrm>
            <a:off x="2786063" y="5202557"/>
            <a:ext cx="6105524" cy="831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Steps followed in the project </a:t>
            </a: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Development process (e.g., Agile, Waterfall)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C5939C1-C605-F619-45E7-5D408E559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8B7D7A5-857F-8008-D41D-96E361232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12</a:t>
            </a:fld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3B6290-8034-1D6E-8568-DC564F132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40" y="613404"/>
            <a:ext cx="1108587" cy="114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965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0B68A8-6D09-7202-A1AF-1203617F3D1E}"/>
              </a:ext>
            </a:extLst>
          </p:cNvPr>
          <p:cNvSpPr txBox="1"/>
          <p:nvPr/>
        </p:nvSpPr>
        <p:spPr>
          <a:xfrm>
            <a:off x="1261164" y="269132"/>
            <a:ext cx="84926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0BC1D8-3086-6EA0-2893-45A5549701B4}"/>
              </a:ext>
            </a:extLst>
          </p:cNvPr>
          <p:cNvSpPr txBox="1"/>
          <p:nvPr/>
        </p:nvSpPr>
        <p:spPr>
          <a:xfrm>
            <a:off x="1707072" y="959698"/>
            <a:ext cx="8367712" cy="39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b="1" cap="all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Implementation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CD198C-2D55-5FED-E2D4-BB85A978512C}"/>
              </a:ext>
            </a:extLst>
          </p:cNvPr>
          <p:cNvSpPr txBox="1"/>
          <p:nvPr/>
        </p:nvSpPr>
        <p:spPr>
          <a:xfrm>
            <a:off x="2289864" y="2546204"/>
            <a:ext cx="6844304" cy="2990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How the project was developed </a:t>
            </a: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Key modules/features</a:t>
            </a: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Till April 1</a:t>
            </a:r>
            <a:r>
              <a:rPr lang="en-IN" sz="20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st</a:t>
            </a: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Interfaces designed and  implemented</a:t>
            </a: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Screenshots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Algorithms implemented</a:t>
            </a: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Database Design &amp; Records</a:t>
            </a: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Sample code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9C8DEC5-4E87-C25C-4127-8B55B49C6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FF45BA2-07E6-7987-939C-A8EC3A898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13</a:t>
            </a:fld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34C9C0A-9081-7D95-E0E5-9526CEC5C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40" y="613404"/>
            <a:ext cx="1108587" cy="114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739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EC6A5-3B80-425C-D3EE-31BC73CB5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F45C26-7FCD-C94E-C311-7781F5499ACD}"/>
              </a:ext>
            </a:extLst>
          </p:cNvPr>
          <p:cNvSpPr txBox="1"/>
          <p:nvPr/>
        </p:nvSpPr>
        <p:spPr>
          <a:xfrm>
            <a:off x="1261164" y="269132"/>
            <a:ext cx="84926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6C90BE-E3D2-5509-857D-1E30CF35155C}"/>
              </a:ext>
            </a:extLst>
          </p:cNvPr>
          <p:cNvSpPr txBox="1"/>
          <p:nvPr/>
        </p:nvSpPr>
        <p:spPr>
          <a:xfrm>
            <a:off x="1707072" y="959698"/>
            <a:ext cx="8367712" cy="39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b="1" cap="all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PROGRESS STATUS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AFF2C1-983E-BABE-AD28-E9EF6B96560B}"/>
              </a:ext>
            </a:extLst>
          </p:cNvPr>
          <p:cNvSpPr txBox="1"/>
          <p:nvPr/>
        </p:nvSpPr>
        <p:spPr>
          <a:xfrm>
            <a:off x="2289864" y="2546204"/>
            <a:ext cx="6844304" cy="212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Percentage of Completion: </a:t>
            </a: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Milestones Achieved:</a:t>
            </a: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Timeline (Planned/ Actual)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Future Implementation (Work yet to be done)</a:t>
            </a: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AC4ABA0-B47D-B11B-DBC0-BAB97933E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273F004-DA4F-50C1-6CDE-EE2C46996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14</a:t>
            </a:fld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2A211F-4D30-4435-1451-1B804B4FF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40" y="613404"/>
            <a:ext cx="1108587" cy="114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584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79EEF9-1BF8-7BAE-9BAE-1574C5EAD947}"/>
              </a:ext>
            </a:extLst>
          </p:cNvPr>
          <p:cNvSpPr txBox="1"/>
          <p:nvPr/>
        </p:nvSpPr>
        <p:spPr>
          <a:xfrm>
            <a:off x="1157288" y="300713"/>
            <a:ext cx="85391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21DAB0-D5BA-C02B-52C6-E734D10C8420}"/>
              </a:ext>
            </a:extLst>
          </p:cNvPr>
          <p:cNvSpPr txBox="1"/>
          <p:nvPr/>
        </p:nvSpPr>
        <p:spPr>
          <a:xfrm>
            <a:off x="2934545" y="947950"/>
            <a:ext cx="6105524" cy="39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b="1" cap="all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Conclusion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979FF3-71EE-F542-9698-9C85D93B45B2}"/>
              </a:ext>
            </a:extLst>
          </p:cNvPr>
          <p:cNvSpPr txBox="1"/>
          <p:nvPr/>
        </p:nvSpPr>
        <p:spPr>
          <a:xfrm>
            <a:off x="2805113" y="5078732"/>
            <a:ext cx="6105524" cy="831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Summary of the project </a:t>
            </a: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Final outcome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CB97D9A-9F55-6CA9-C0F0-0B05FE90A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5D7209-2E69-E07D-8D17-6D269EACD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15</a:t>
            </a:fld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568352-3C80-AA90-F300-28450EAD5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40" y="613404"/>
            <a:ext cx="1108587" cy="114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5214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2518</TotalTime>
  <Words>332</Words>
  <Application>Microsoft Office PowerPoint</Application>
  <PresentationFormat>Widescreen</PresentationFormat>
  <Paragraphs>113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Garamond</vt:lpstr>
      <vt:lpstr>Times New Roman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Bhavya shree</dc:creator>
  <cp:lastModifiedBy>Alekhya E</cp:lastModifiedBy>
  <cp:revision>24</cp:revision>
  <dcterms:created xsi:type="dcterms:W3CDTF">2026-03-23T09:19:29Z</dcterms:created>
  <dcterms:modified xsi:type="dcterms:W3CDTF">2026-03-26T06:03:59Z</dcterms:modified>
</cp:coreProperties>
</file>